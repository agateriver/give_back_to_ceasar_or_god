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8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ED9A58-4AB3-10C8-FA78-8C68ED5EBB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B8F60FB-92BF-77FF-87F0-665F0C1B22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A6C7B9-1B3E-5C31-E09D-819ECEE7C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0400C-2027-4D22-9F9D-F865D270CDC3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E0F1A7-A093-794F-78C0-4E7795E6F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67625D-21DB-23AB-EA41-45A3262F7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4CFCA-1ABE-42A3-92BE-4260067C29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8915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8734FE-6D61-9F4C-3647-B197C7F51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C429EE-1098-2A8B-29F1-E2C4C8F029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1EAFD8-CFA6-2FD2-D6B1-21AE1E675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0400C-2027-4D22-9F9D-F865D270CDC3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7D6D44-6C15-6F26-D2C2-8DB76545C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15528F-B555-AAEA-07C6-F9FA13E74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4CFCA-1ABE-42A3-92BE-4260067C29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6733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7B71B6-0EE1-D2F6-716D-4FBAC2895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BECBA8-5F00-35A2-8068-934F56DD5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7F2CDE-8B49-2186-7E53-16E20AC61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0400C-2027-4D22-9F9D-F865D270CDC3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14998F-B3BB-21D4-75D7-CD7348323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22FE56-FA05-EBD7-33E7-A01AD3BB1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4CFCA-1ABE-42A3-92BE-4260067C29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5169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6C68C2-37E5-012C-75D2-ACC2A1ECE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BEDAA8-DA15-C818-2294-29E2745782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F20A275-AE5A-46B4-A6AB-FFAFE13E8B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4B69F3-F243-3360-F6EF-A385BD639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0400C-2027-4D22-9F9D-F865D270CDC3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03A251-ED88-38EC-4489-7B43F38C9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197925-6BE1-F474-0668-6B89D9298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4CFCA-1ABE-42A3-92BE-4260067C29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4426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3847DD-AA52-81EB-2E6E-FE3A53BFE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CD6B01D-72FD-908E-AF54-F434E85AD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125CFBA-4FF2-9E20-1EE7-F5C7B5114E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6D16C89-A092-E2C4-2CA9-66FD7409AC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36F9EBC-0D5D-4B05-5C61-EF829FFF75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93085B9-4A84-A00D-3805-309ACE9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0400C-2027-4D22-9F9D-F865D270CDC3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814FE46-D124-4147-6AE4-090510581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59297F-BE49-9167-0A96-AFE92D401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4CFCA-1ABE-42A3-92BE-4260067C29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8942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F4256C-A9AB-EFEE-D0A1-58A0440C9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9C029DD-90CC-4F78-94AD-C6519EF65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0400C-2027-4D22-9F9D-F865D270CDC3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E0003DA-854F-EEA4-27FF-89A52C43E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7F5F3B5-1F19-B0E1-3C7D-7433CE547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4CFCA-1ABE-42A3-92BE-4260067C29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3740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662D7F0-2186-98DF-154B-0015B3B9E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0400C-2027-4D22-9F9D-F865D270CDC3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627B5B6-77F5-D7BA-3C4A-53BFB5D56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C86371-874B-6882-3F83-54AE80E1C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4CFCA-1ABE-42A3-92BE-4260067C29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1500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319EF2-95F9-2697-CA23-707EB372D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06D423-B169-FAFB-DF19-358B941BE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78BC5A1-0F5A-0856-1187-42CF94066B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3ACF05-C7F1-7C34-61DE-52EF28C94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0400C-2027-4D22-9F9D-F865D270CDC3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5DBB9EC-C7E2-BB9F-7185-E91AC142D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FEC880A-4718-7A7A-5BBD-34BD59A83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4CFCA-1ABE-42A3-92BE-4260067C29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0653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CFBB16-65D8-D90F-8F10-09A4569DA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047F5BA-4F2F-6B07-2FFD-857D4DDEED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5A3B66-68AB-77AB-BDAE-6C19801181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C89A29C-633D-B6D3-C38F-D59E20025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0400C-2027-4D22-9F9D-F865D270CDC3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A2D41AE-3FC7-CF6B-DC27-C933BEC35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9502E92-DB71-0592-8163-FFA34711C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4CFCA-1ABE-42A3-92BE-4260067C29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3549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A5506E-08DE-652D-12D3-4ECB5B8DE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4C1EBAE-6086-0A7B-96CF-DA17B004E1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02D9BB-C309-6853-30CD-5C7189F8F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0400C-2027-4D22-9F9D-F865D270CDC3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DED90B-9ADB-6EA4-AB99-1FF2F4224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9DD375-E5D4-2FB9-B4D4-AD3422DD6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4CFCA-1ABE-42A3-92BE-4260067C29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97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019E19A-4A30-6E0D-0D41-875E349A57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D10FA9A-3623-3823-C94D-08AB51EC1B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42E1AB-1DA9-CDD8-95C4-97E83CE49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0400C-2027-4D22-9F9D-F865D270CDC3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A9467F-7EB0-413B-C6B4-360B6419F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332200-6C95-54C0-0576-B819AEE2B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4CFCA-1ABE-42A3-92BE-4260067C29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1217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ADFB660-E7E4-849D-B8B7-2B280EFFA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48BB057-4B85-5684-568B-62E1DBE2E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D5B4D1-99D6-DA6C-3AF6-88E0D067E6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E0400C-2027-4D22-9F9D-F865D270CDC3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3F4CDB-2452-2990-B1CF-CF477B3221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ABEBDC-9971-62E3-C52A-9D603715E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84CFCA-1ABE-42A3-92BE-4260067C29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795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99CBCE-E435-ADC7-23DE-7C2B496829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3BB3BFF-DCDC-00EE-21C3-6F4ADCA81E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2592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XIE BENGUI</dc:creator>
  <cp:lastModifiedBy>XIE BENGUI</cp:lastModifiedBy>
  <cp:revision>1</cp:revision>
  <dcterms:created xsi:type="dcterms:W3CDTF">2025-10-28T00:59:37Z</dcterms:created>
  <dcterms:modified xsi:type="dcterms:W3CDTF">2025-10-28T00:59:59Z</dcterms:modified>
</cp:coreProperties>
</file>